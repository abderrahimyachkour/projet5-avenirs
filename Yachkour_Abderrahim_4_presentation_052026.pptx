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365760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011680"/>
            <a:ext cx="137160" cy="12801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organisation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— Zone Sud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Abderrahim YACHKOUR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5 — Parcours Développeur Salesforce  /  Mai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github.com/AbderrahimYachkour/Projet5-Avenirs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194560" y="2011680"/>
            <a:ext cx="36576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technique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6888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objets, automatisations, sécurité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2194560" y="3383280"/>
            <a:ext cx="36576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commerciaux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 au quotidien sur le terrain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2194560" y="4754880"/>
            <a:ext cx="36576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en chiffres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productivité, impact mesuré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43200"/>
            <a:ext cx="182880" cy="13716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Salesforce Avenirs Zone Sud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technique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Cloud Lightning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48640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73152" cy="118872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(Developer en projet)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8640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6080"/>
            <a:ext cx="73152" cy="118872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classique — pas de Person Accounts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548640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926080"/>
            <a:ext cx="73152" cy="118872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déclaratif (no-code / low-code)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548640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97680"/>
            <a:ext cx="73152" cy="118872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+ Salesforce DX (sf CLI)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297680"/>
            <a:ext cx="548640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297680"/>
            <a:ext cx="73152" cy="118872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47548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github.com/AbderrahimYachkour/Projet5-Avenirs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Diagramme UML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pic>
        <p:nvPicPr>
          <p:cNvPr id="5" name="Image 0" descr="/home/claude/assets/img-0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02920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1463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standards utilisés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203911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965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0" y="1965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de l'org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54203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0" y="24688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entrants à qualifier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304495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971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/ Contact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29718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B2B et interlocuteurs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354787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3474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95360" y="34747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Affaires en cours de négociation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405079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3977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QuoteLineItem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95360" y="3977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et lignes de devis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455371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0" y="4480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Product2 / Pricebook2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95360" y="44805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et tarifs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26480" y="505663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55080" y="4983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95360" y="4983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et rendez-vous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26480" y="5559552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5080" y="5486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ContentDocument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595360" y="5486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attachés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custom créés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Region__c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Account, User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géographique automatique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0896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ProductType__c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Opportunity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824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produit et affectation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7200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Email__c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4048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5074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5074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778240" y="5074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standard sans email natif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Lightning — exemple Lead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64792"/>
            <a:ext cx="137160" cy="13716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Lightning dédiée "Avenirs Zone Sud"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137160" cy="13716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onglets : Home, Leads, Accounts, Contacts, Opportunities, Quotes, Calendar, Reports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137160" cy="13716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custom Region__c et ProductType__c visibles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73552"/>
            <a:ext cx="137160" cy="13716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list "History" pour traçabilité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76472"/>
            <a:ext cx="137160" cy="13716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Convert : Lead → Account + Contact + Opportunity</a:t>
            </a:r>
            <a:endParaRPr lang="en-US" sz="1200" dirty="0"/>
          </a:p>
        </p:txBody>
      </p:sp>
      <p:pic>
        <p:nvPicPr>
          <p:cNvPr id="15" name="Image 0" descr="/home/claude/assets/img-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554480"/>
            <a:ext cx="6675120" cy="411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commercial — composant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pic>
        <p:nvPicPr>
          <p:cNvPr id="5" name="Image 0" descr="/home/claude/assets/img-0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7724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Prospecting → Closed Won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95360" y="2029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guidée du stage actuel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textuel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0" y="3035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à chaque étape du pipeline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list Quotes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0" y="40416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aux devis liés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History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595360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du Stage tracé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Automatisations déclaratives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obligatoire, format Email contrôlé. 0 erreur de saisie.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4864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sur Email OR Phone. Alert + Report en cas de doublon.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Assignment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entries (Mobile/Fibre/Pro/IoT). 100 % des leads routés automatiquement.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926080"/>
            <a:ext cx="54864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Record-Triggered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474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email à la création d'un Event (template dédié).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4864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hebdo des comptes incomplets, envoyé chaque lundi 8h.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389120"/>
            <a:ext cx="54864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History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937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18 mois sur Lead, Account, Opportunity. Conformité RGPD.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auto des Leads (US07)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pic>
        <p:nvPicPr>
          <p:cNvPr id="5" name="Image 0" descr="/home/claude/assets/img-0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1143000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Profile et Permission Sets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Zone Sud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240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de Standard User, socle minimal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0642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PS_Commercial_Sud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880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Read/Create/Edit sur Lead, Account, Opp, Quote, Event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PS_Manager_Sud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3520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commercial + View All / Modify 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110642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PS_Admin_Avenirs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4160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App, Manage Users, Manage 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mot de passe fort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4800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sécurité renforcée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Technique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43200"/>
            <a:ext cx="182880" cy="13716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commerciaux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 au quotidien sur le terrain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 — gestion d'un lead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Pour les commerciaux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8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reçu par email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dans Excel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manuelle par mail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traçabilité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fréquents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Oublis d'appel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créé dans Salesforce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880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automatique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383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immédiate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886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tracé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389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doublon (Duplicate Rules)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892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: −80 % de temps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Pour les commerciaux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commercial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Pour les commerciaux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502920" cy="50292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6276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du Lead (manuel ou import)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9344" y="2057400"/>
            <a:ext cx="27432" cy="1371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94560"/>
            <a:ext cx="502920" cy="50292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226771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auto selon Region + ProductType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09344" y="2697480"/>
            <a:ext cx="27432" cy="1371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834640"/>
            <a:ext cx="502920" cy="50292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907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dans la fiche Lead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09344" y="3337560"/>
            <a:ext cx="27432" cy="1371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474720"/>
            <a:ext cx="502920" cy="50292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354787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→ Account + Contact + Opportunity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609344" y="3977640"/>
            <a:ext cx="27432" cy="1371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4114800"/>
            <a:ext cx="502920" cy="50292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41879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visuel via le composant Path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609344" y="4617720"/>
            <a:ext cx="27432" cy="1371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754880"/>
            <a:ext cx="502920" cy="50292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94560" y="48280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devis (Quote synced)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609344" y="5257800"/>
            <a:ext cx="27432" cy="1371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5394960"/>
            <a:ext cx="502920" cy="50292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94560" y="546811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— Stage = Closed Won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Pour les commerciaux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planification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Pour les commerciaux</a:t>
            </a:r>
            <a:endParaRPr lang="en-US" sz="1100" dirty="0"/>
          </a:p>
        </p:txBody>
      </p:sp>
      <p:pic>
        <p:nvPicPr>
          <p:cNvPr id="5" name="Image 0" descr="/home/claude/assets/img-0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349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Lightning natif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89520" y="1645920"/>
            <a:ext cx="42062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0" y="1645920"/>
            <a:ext cx="54864" cy="9144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Mobile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et tablette, accès terrain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0" y="2743200"/>
            <a:ext cx="42062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2743200"/>
            <a:ext cx="54864" cy="9144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calendrier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3154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/ Google en temps réel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89520" y="3840480"/>
            <a:ext cx="42062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9520" y="3840480"/>
            <a:ext cx="54864" cy="9144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3931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0" y="4251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lead, RDV à venir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89520" y="4937760"/>
            <a:ext cx="42062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89520" y="4937760"/>
            <a:ext cx="54864" cy="9144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5029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offline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0" y="5349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accessibles hors connexion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Pour les commerciaux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43200"/>
            <a:ext cx="182880" cy="13716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en chiffres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et impact business mesuré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— ce que ça change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Gain en chiffres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temps sur les tâches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9496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lead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(affectation automatique)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39496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créer un compte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un contact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931920"/>
            <a:ext cx="539496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2062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400800" y="53035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dédiées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commerciaux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Gain en chiffres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" cy="36576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en valeur économique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Gain en chiffres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ANNUEL ESTIMÉ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55 800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équivalent à presque 1 ETP libéré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du calcul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52120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économisées par mois (équipe)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80360"/>
            <a:ext cx="52120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= 1 860 h / 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520440"/>
            <a:ext cx="52120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611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30 €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horaire moyen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4160520"/>
            <a:ext cx="52120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55 800 €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251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productivité annuel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800600"/>
            <a:ext cx="52120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4892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licence custom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5440680"/>
            <a:ext cx="52120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5532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5532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 dès le 1er mois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Avenirs Zone Sud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6537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Gain en chiffres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60320"/>
            <a:ext cx="182880" cy="13716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Abderrahim YACHKOUR  /  Projet 5  /  Avenirs Zone Sud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github.com/AbderrahimYachkour/Projet5-Avenirs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Avenirs Zone Sud - Projet 5</dc:title>
  <dc:subject>PptxGenJS Presentation</dc:subject>
  <dc:creator>PptxGenJS</dc:creator>
  <cp:lastModifiedBy>PptxGenJS</cp:lastModifiedBy>
  <cp:revision>1</cp:revision>
  <dcterms:created xsi:type="dcterms:W3CDTF">2026-05-21T09:19:12Z</dcterms:created>
  <dcterms:modified xsi:type="dcterms:W3CDTF">2026-05-21T09:19:13Z</dcterms:modified>
</cp:coreProperties>
</file>